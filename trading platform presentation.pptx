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ok Vattikonda" userId="aa5ccbe77a16fde2" providerId="LiveId" clId="{28782B45-C047-4617-8005-931D39239688}"/>
    <pc:docChg chg="custSel modSld">
      <pc:chgData name="Ashok Vattikonda" userId="aa5ccbe77a16fde2" providerId="LiveId" clId="{28782B45-C047-4617-8005-931D39239688}" dt="2025-04-19T03:18:10.917" v="68" actId="14100"/>
      <pc:docMkLst>
        <pc:docMk/>
      </pc:docMkLst>
      <pc:sldChg chg="modSp mod">
        <pc:chgData name="Ashok Vattikonda" userId="aa5ccbe77a16fde2" providerId="LiveId" clId="{28782B45-C047-4617-8005-931D39239688}" dt="2025-04-19T03:18:10.917" v="68" actId="14100"/>
        <pc:sldMkLst>
          <pc:docMk/>
          <pc:sldMk cId="2979073792" sldId="256"/>
        </pc:sldMkLst>
        <pc:spChg chg="mod">
          <ac:chgData name="Ashok Vattikonda" userId="aa5ccbe77a16fde2" providerId="LiveId" clId="{28782B45-C047-4617-8005-931D39239688}" dt="2025-04-19T03:18:10.917" v="68" actId="14100"/>
          <ac:spMkLst>
            <pc:docMk/>
            <pc:sldMk cId="2979073792" sldId="256"/>
            <ac:spMk id="3" creationId="{43752D7E-3A43-A466-4D20-A6C73668190A}"/>
          </ac:spMkLst>
        </pc:spChg>
      </pc:sldChg>
      <pc:sldChg chg="modSp mod">
        <pc:chgData name="Ashok Vattikonda" userId="aa5ccbe77a16fde2" providerId="LiveId" clId="{28782B45-C047-4617-8005-931D39239688}" dt="2025-04-19T02:44:37.419" v="2" actId="113"/>
        <pc:sldMkLst>
          <pc:docMk/>
          <pc:sldMk cId="4041253623" sldId="258"/>
        </pc:sldMkLst>
        <pc:spChg chg="mod">
          <ac:chgData name="Ashok Vattikonda" userId="aa5ccbe77a16fde2" providerId="LiveId" clId="{28782B45-C047-4617-8005-931D39239688}" dt="2025-04-19T02:44:37.419" v="2" actId="113"/>
          <ac:spMkLst>
            <pc:docMk/>
            <pc:sldMk cId="4041253623" sldId="258"/>
            <ac:spMk id="4" creationId="{62192537-7621-5166-F0EC-7F42D31FD14E}"/>
          </ac:spMkLst>
        </pc:spChg>
      </pc:sldChg>
      <pc:sldChg chg="modSp mod">
        <pc:chgData name="Ashok Vattikonda" userId="aa5ccbe77a16fde2" providerId="LiveId" clId="{28782B45-C047-4617-8005-931D39239688}" dt="2025-04-19T02:45:05.109" v="12" actId="20577"/>
        <pc:sldMkLst>
          <pc:docMk/>
          <pc:sldMk cId="3448696378" sldId="259"/>
        </pc:sldMkLst>
        <pc:spChg chg="mod">
          <ac:chgData name="Ashok Vattikonda" userId="aa5ccbe77a16fde2" providerId="LiveId" clId="{28782B45-C047-4617-8005-931D39239688}" dt="2025-04-19T02:45:05.109" v="12" actId="20577"/>
          <ac:spMkLst>
            <pc:docMk/>
            <pc:sldMk cId="3448696378" sldId="259"/>
            <ac:spMk id="4" creationId="{3CEC71C2-3FBD-95D6-9FE7-D1A47FB9E52F}"/>
          </ac:spMkLst>
        </pc:spChg>
      </pc:sldChg>
      <pc:sldChg chg="modSp mod">
        <pc:chgData name="Ashok Vattikonda" userId="aa5ccbe77a16fde2" providerId="LiveId" clId="{28782B45-C047-4617-8005-931D39239688}" dt="2025-04-19T02:47:10.092" v="14" actId="20577"/>
        <pc:sldMkLst>
          <pc:docMk/>
          <pc:sldMk cId="4139660059" sldId="261"/>
        </pc:sldMkLst>
        <pc:spChg chg="mod">
          <ac:chgData name="Ashok Vattikonda" userId="aa5ccbe77a16fde2" providerId="LiveId" clId="{28782B45-C047-4617-8005-931D39239688}" dt="2025-04-19T02:47:10.092" v="14" actId="20577"/>
          <ac:spMkLst>
            <pc:docMk/>
            <pc:sldMk cId="4139660059" sldId="261"/>
            <ac:spMk id="3" creationId="{F825EB8B-8D69-70E4-AF0D-B9E63DC31F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8116-D588-A9AF-A034-70B338788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BA1B2-11C9-F5E1-9EBD-99B6EE15A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04306-D52C-8BE5-7A67-C362411E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3490-DB6E-405D-93C9-8F4C6CDE9587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27196-7B7B-0853-7DD9-E2A2D99F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B7F2E-B9B5-6E5C-4235-C76C4C978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C86F2-3452-4AE2-A6E4-9E2422F47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203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A5665-BC35-D992-BE3F-DF801F17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B2401-05B2-967A-ABF4-90C743757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3B81F-16C8-F520-B9E4-9310018FD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3490-DB6E-405D-93C9-8F4C6CDE9587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A65D1-1C6D-19A2-A7B2-274CD0BBB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5CFD1-0E37-48BD-4BFE-B1E6F2AE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C86F2-3452-4AE2-A6E4-9E2422F47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72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1443-9640-34B2-6F8A-916D2E95A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1829A-BF44-ED83-E773-2D4BDBCC4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BEB5F-D37D-7B60-5671-B111A776F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3490-DB6E-405D-93C9-8F4C6CDE9587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8D92A-967C-629B-EB4D-FF7A4F8B0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8F1B0-FF50-6777-D9F1-6197DC23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C86F2-3452-4AE2-A6E4-9E2422F47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810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EBF1-2649-2107-FE4B-DDD17C90B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04F08-D094-8240-52A9-758AE5D89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C6D9E-5DE6-DB8E-0FAB-B3B8678CC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612AC-DEFC-2861-6D6D-43936AB8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3490-DB6E-405D-93C9-8F4C6CDE9587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806F7-AA60-20BE-61F6-DEED54D25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EC7F3-A9F2-501A-97AC-1974454FB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C86F2-3452-4AE2-A6E4-9E2422F47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3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2466-3455-A765-369B-F8FF51D8B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47143-A9D9-9552-B597-7CDB6AD7B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F2A31-A53F-996A-E1B2-9E4A8E050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F7DB1-77E2-D8BA-4E3D-DF65E03D4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EAE72A-8C4A-800E-ADC5-AC52EA7CF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5F012D-19DF-E78C-5E28-92B514CC6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3490-DB6E-405D-93C9-8F4C6CDE9587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E046B-5452-58F5-F536-78057279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4F849-43AD-C19D-6AB4-6824E90F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C86F2-3452-4AE2-A6E4-9E2422F47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03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424F3-97CB-8CC6-609A-0799DD3C4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8C2E71-2C39-BDF7-0CF3-8BE025ABC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3490-DB6E-405D-93C9-8F4C6CDE9587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1008D-73DF-411B-9369-2D417062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C60EF-8DAE-A77F-57FF-463F4F38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C86F2-3452-4AE2-A6E4-9E2422F47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65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2B5E55-F185-B5A2-FE37-3608E1EB8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3490-DB6E-405D-93C9-8F4C6CDE9587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7F3492-AF7A-E3FA-488B-C13B3EAE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886E-7457-FCC3-4134-4833B384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C86F2-3452-4AE2-A6E4-9E2422F47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40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2DC22-59E9-F010-EC65-A727D3C34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380C3-9907-6CCD-074A-BD43D2964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83ED2-9E63-A094-18C2-41057DE0E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A4BE8-51F6-DB57-1021-D11CCEB4C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3490-DB6E-405D-93C9-8F4C6CDE9587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27F64-163E-A768-D2EA-160345A53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E0558-A6B7-7953-F83E-D6FB88851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C86F2-3452-4AE2-A6E4-9E2422F47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6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4090-A691-7C65-BC87-92ADCC1F0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712F2C-80F5-CA95-8452-C4E767226D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5EA91-75F4-1342-D183-F594FFABF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E6879-23FC-F0E7-E11F-1BB5DA319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3490-DB6E-405D-93C9-8F4C6CDE9587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EB249-B251-3F2B-FE26-77F8426A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A0F72-0D94-6CEB-2CD8-01B787D7E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C86F2-3452-4AE2-A6E4-9E2422F47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1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84E8-77EA-A5F8-5FC7-17628E2B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986DF-A059-4B52-738E-F5911799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F956C-A102-565D-7028-62A8E066D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3490-DB6E-405D-93C9-8F4C6CDE9587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81E37-F276-1B70-C7F1-6970F4DE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2F810-F943-D83F-3E49-4467D2D8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C86F2-3452-4AE2-A6E4-9E2422F47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8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CE068-B6F4-F9D0-1B22-9734019FA0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6A9D6-3415-0A1F-9CC9-3B9F2A75B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22EEE-AC9B-395C-A0A7-AAEC54559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3490-DB6E-405D-93C9-8F4C6CDE9587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A907C-91FF-7E40-29CF-74F4784F3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0F116-4AED-B1E7-39FB-61314344E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C86F2-3452-4AE2-A6E4-9E2422F47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24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BBD32-C9FC-5C1C-A9B6-B9B0935F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192B4-63D3-F24F-D52B-08117C153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0CF8B-EE2C-2DF3-4040-63BF7E257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B3490-DB6E-405D-93C9-8F4C6CDE9587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31360-47FA-7C58-8197-3CD9492018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F7E66-C038-AAEA-B773-C45D8B8D2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0C86F2-3452-4AE2-A6E4-9E2422F47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5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6652B9-38D1-A81A-0D38-0E5E502C0C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3752D7E-3A43-A466-4D20-A6C736681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5776" y="2769108"/>
            <a:ext cx="9144000" cy="1709108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COIN HOOD</a:t>
            </a:r>
          </a:p>
          <a:p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Poorna Chandra Dinesh</a:t>
            </a:r>
          </a:p>
          <a:p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 Maheswari</a:t>
            </a:r>
          </a:p>
        </p:txBody>
      </p:sp>
    </p:spTree>
    <p:extLst>
      <p:ext uri="{BB962C8B-B14F-4D97-AF65-F5344CB8AC3E}">
        <p14:creationId xmlns:p14="http://schemas.microsoft.com/office/powerpoint/2010/main" val="2979073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E4C22-6198-04EE-FF52-8BB339FA7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060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Java-Based Crypto Trading Platform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6F1281-85F7-2200-BB34-5CCB9CDDE7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97893"/>
            <a:ext cx="9068922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secure and intelligent cryptocurrency trading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 Stack: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Frontend: React.js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Backend: Spring Boot (Java)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API: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CoinGecko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crypto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AI Integration: Gemini AI for user insights and predictions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crypto tracking, trading UI, intelligent analysis.</a:t>
            </a:r>
          </a:p>
        </p:txBody>
      </p:sp>
    </p:spTree>
    <p:extLst>
      <p:ext uri="{BB962C8B-B14F-4D97-AF65-F5344CB8AC3E}">
        <p14:creationId xmlns:p14="http://schemas.microsoft.com/office/powerpoint/2010/main" val="3114514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F29D2-9452-01C7-7BA1-B424B5DBE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371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192537-7621-5166-F0EC-7F42D31FD1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88211"/>
            <a:ext cx="9372374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(React.js):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 interface, real-time charts, order 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(Spring Boot):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REST APIs, authentication, trade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CoinGecko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Fetching market data, historical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Gemini AI: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Analyzing patterns, offering trade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[React.js Frontend] ⇄ [Spring Boot Backend] ⇄ [Coin-Gecko API &amp; Gemini AI]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253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E050-BD19-5867-71FF-0A449AB4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8541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 of the Platform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EC71C2-3FBD-95D6-9FE7-D1A47FB9E5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5430" y="2273975"/>
            <a:ext cx="7655301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Market Dashboard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Real-time price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Crypto Trading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Buy/sell mock trading.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Tracking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View holdings, gains/losses.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&amp; Role Management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Built with Spring Security.</a:t>
            </a:r>
          </a:p>
        </p:txBody>
      </p:sp>
    </p:spTree>
    <p:extLst>
      <p:ext uri="{BB962C8B-B14F-4D97-AF65-F5344CB8AC3E}">
        <p14:creationId xmlns:p14="http://schemas.microsoft.com/office/powerpoint/2010/main" val="3448696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3D9AB-9834-5E74-52A0-9B09C91E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Challenges &amp; Solutions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21122A-F4B1-FB7E-73DF-F515C148AE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943004"/>
            <a:ext cx="6298968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data handling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Used React hooks + polling/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Integrating AI for meaningful insights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Fine-tuned Gemini AI to user portfolio and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 API and user sessions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JWT and Spring Security.</a:t>
            </a:r>
          </a:p>
        </p:txBody>
      </p:sp>
    </p:spTree>
    <p:extLst>
      <p:ext uri="{BB962C8B-B14F-4D97-AF65-F5344CB8AC3E}">
        <p14:creationId xmlns:p14="http://schemas.microsoft.com/office/powerpoint/2010/main" val="637235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F0B73-FB56-A43D-ED43-60C63EBA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What's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5EB8B-8D69-70E4-AF0D-B9E63DC31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Planned Features: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Exchange Trading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live exchanges like Binance or Gemini for real-time transactions.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Alert Notifications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Email/SMS/Push alerts when selected assets hit target prices.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Version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to iOS/Android for on-the-go trading and tracking.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660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291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Java-Based Crypto Trading Platform</vt:lpstr>
      <vt:lpstr>System Architecture</vt:lpstr>
      <vt:lpstr>Core Features of the Platform</vt:lpstr>
      <vt:lpstr>Development Challenges &amp; Solutions</vt:lpstr>
      <vt:lpstr>What's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Vattikonda</dc:creator>
  <cp:lastModifiedBy>Ashok Vattikonda</cp:lastModifiedBy>
  <cp:revision>1</cp:revision>
  <dcterms:created xsi:type="dcterms:W3CDTF">2025-04-19T00:06:32Z</dcterms:created>
  <dcterms:modified xsi:type="dcterms:W3CDTF">2025-04-19T03:18:13Z</dcterms:modified>
</cp:coreProperties>
</file>